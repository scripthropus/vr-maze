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2EA2E9-9F99-065F-0BEA-E6F4A4D50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1BF120-7CD8-7176-BAC0-B00B1461C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39616-DC39-98AF-CD21-FBBCD28C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186510-962E-C49D-39EB-AFF0845F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4DDB4-9B32-F8A6-A7F7-9FB8458A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93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F1203-80C0-0967-ED63-C9B4C054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5BB039-65F9-65C2-E44D-C25AEDE5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0748ED-979B-4B34-8B28-2C9BA957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C321DB-6ABC-8158-D10D-DF3580F8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B38112-4BC0-092C-17CE-029D850F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744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486531-BCB1-F3DF-C888-8D08A6EC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14A7B1-EB0C-F474-C7D2-8C6884661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31CF56-355A-164A-27D1-227A7365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8785C6-B62D-48AD-0E63-DF9FDDAF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81AB3B-5734-B2EC-C2E0-D3FB1D08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87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3E0F2-0C4A-6139-AF9B-739A120B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8EFAB6-7EBE-BFC1-5C96-14EAF8BA5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305366-FDE7-5DF9-68EE-D5BF4B805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26FF5B-76A3-61B9-13E0-8904B7A8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79D3E9-6F25-9630-6B47-BDBBC454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7BFE42-5E7F-B803-1DB9-9750813B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936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04DE9-C896-0D49-679C-6A4E2623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699158-45B3-FAEB-3F42-926EAF5E3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21E249-7722-CC36-AB39-057C83018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3D89ECB-9FAD-8637-823B-5390DBE44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39A5E7-2D20-9ECA-7945-4BD9D5963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DB40842-717B-A39F-B056-E2142137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AF6DCC-BD2A-29E3-CCF2-2AA14902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1491A02-353C-A8F7-FDD0-1B63071F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83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0C00C-D755-E9DE-B010-F311BA1D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5CC5AA-5D5D-5A3C-3E9B-CE6CE69F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8366C1-5367-54F9-44EA-554AD146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452D4D-0D76-C220-DC64-5E595FF2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67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47B3204-26C9-D94E-D160-2928B85F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6F3FF3-2048-31A0-B863-C9B299E0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4B4641-6260-EC95-38C5-C7E79A36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833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7F4CA7-A8FE-51C4-2A9B-7A2994A2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F430B-6687-2E5E-355E-527ABBE3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B8B50F-6CD7-725C-F165-71EE38B33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E00CC3-112F-BDDC-CE24-8BF0B593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FE159E-0BBA-5A20-E9A8-DF2A72A2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B71A9C-6679-81A8-2F43-D0A6CE6B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95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5C35E8-49E7-9B25-C28B-AA569B56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FCB97C8-FC9B-AA44-A035-C4C15E5CA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8B857C-B4E3-F1A6-3437-9D2AE5774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BA17CE-C1EB-FA4F-F032-16B51662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2C379B-BAC0-7F9C-E47A-B00028EA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ADC630-93DF-4ADD-EDE3-19188F35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792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7A3BB-4B5B-1A0E-79D1-A45480AF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D04196-826B-FC46-2819-ACFB12E9D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1F20E2-58AD-E304-8AC7-281061FC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674E81-0B07-AB21-E558-0745E9A8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FDE54-CAFA-AAC3-691C-642F39E4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4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31E95B-35EA-A502-742A-0D9A389EF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68BF5B-92AC-2E7E-5166-32DD98214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9CF55C-8C34-95C9-85F8-8B4488C2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60F70-51A4-A36D-B019-AD7BDE6C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661BCD-A738-5CA6-EE74-333BCDDA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63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6B6388-8CB3-9763-A2E0-B21CF642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0F50E0-59B1-44B0-501A-E93380228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601CCA-C782-1597-A723-7D341847C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3CCA8-B53D-4AE7-A4E3-F4317D1ED367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818AEB-8109-30EE-82A2-B3C30705E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AEC53D-2BA3-5747-201E-1B7DCAE75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91127-D43D-4A78-89AD-9C02650568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19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294E57E-3A83-06BA-64FB-D0CDE2EB626D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79F160C-44EE-6AC2-0476-B1CCA7734F80}"/>
              </a:ext>
            </a:extLst>
          </p:cNvPr>
          <p:cNvSpPr/>
          <p:nvPr/>
        </p:nvSpPr>
        <p:spPr>
          <a:xfrm>
            <a:off x="4818888" y="1380744"/>
            <a:ext cx="2587752" cy="269748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E0FD4A-9562-670B-C57E-36DE19FB2F38}"/>
              </a:ext>
            </a:extLst>
          </p:cNvPr>
          <p:cNvSpPr/>
          <p:nvPr/>
        </p:nvSpPr>
        <p:spPr>
          <a:xfrm>
            <a:off x="3163824" y="1380744"/>
            <a:ext cx="603504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2D7531C-8817-16CD-AA51-B3D906BD7955}"/>
              </a:ext>
            </a:extLst>
          </p:cNvPr>
          <p:cNvSpPr/>
          <p:nvPr/>
        </p:nvSpPr>
        <p:spPr>
          <a:xfrm>
            <a:off x="3767328" y="3707892"/>
            <a:ext cx="1051560" cy="13487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7239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86C09B-58FD-94B6-9267-A4CFC7EC704A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1EF0F2-F718-73BD-529F-DAFDF5B2886F}"/>
              </a:ext>
            </a:extLst>
          </p:cNvPr>
          <p:cNvSpPr/>
          <p:nvPr/>
        </p:nvSpPr>
        <p:spPr>
          <a:xfrm>
            <a:off x="4818888" y="1380744"/>
            <a:ext cx="2587752" cy="269748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6A8AB83-27D7-EEFE-61F1-6DB2E7F28E22}"/>
              </a:ext>
            </a:extLst>
          </p:cNvPr>
          <p:cNvSpPr/>
          <p:nvPr/>
        </p:nvSpPr>
        <p:spPr>
          <a:xfrm>
            <a:off x="3163824" y="1380744"/>
            <a:ext cx="603504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FDF490F-EAC1-6769-17C2-016E01F0CAE1}"/>
              </a:ext>
            </a:extLst>
          </p:cNvPr>
          <p:cNvSpPr/>
          <p:nvPr/>
        </p:nvSpPr>
        <p:spPr>
          <a:xfrm>
            <a:off x="3767328" y="4480560"/>
            <a:ext cx="1051560" cy="57607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F6BBFE-C82F-632A-4DD1-914EFD98EA69}"/>
              </a:ext>
            </a:extLst>
          </p:cNvPr>
          <p:cNvSpPr/>
          <p:nvPr/>
        </p:nvSpPr>
        <p:spPr>
          <a:xfrm>
            <a:off x="4818888" y="2359152"/>
            <a:ext cx="2587752" cy="269748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591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A201EBB-92C4-D3A2-6D27-804B0A776370}"/>
              </a:ext>
            </a:extLst>
          </p:cNvPr>
          <p:cNvSpPr/>
          <p:nvPr/>
        </p:nvSpPr>
        <p:spPr>
          <a:xfrm>
            <a:off x="3163824" y="1380744"/>
            <a:ext cx="4242816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7B35342-3E49-31DB-1A9A-D82DE0910603}"/>
              </a:ext>
            </a:extLst>
          </p:cNvPr>
          <p:cNvSpPr/>
          <p:nvPr/>
        </p:nvSpPr>
        <p:spPr>
          <a:xfrm>
            <a:off x="4818888" y="1380744"/>
            <a:ext cx="2587752" cy="269748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98DE1BC-84BA-4AF0-5A69-BC9D732A5196}"/>
              </a:ext>
            </a:extLst>
          </p:cNvPr>
          <p:cNvSpPr/>
          <p:nvPr/>
        </p:nvSpPr>
        <p:spPr>
          <a:xfrm>
            <a:off x="3163824" y="1380744"/>
            <a:ext cx="603504" cy="367588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05225B4-CF59-E572-C33A-5625CC209047}"/>
              </a:ext>
            </a:extLst>
          </p:cNvPr>
          <p:cNvSpPr/>
          <p:nvPr/>
        </p:nvSpPr>
        <p:spPr>
          <a:xfrm>
            <a:off x="3767328" y="4078224"/>
            <a:ext cx="1051560" cy="97840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43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KATO MASAKI</dc:creator>
  <cp:lastModifiedBy>KATO MASAKI</cp:lastModifiedBy>
  <cp:revision>3</cp:revision>
  <dcterms:created xsi:type="dcterms:W3CDTF">2026-01-13T06:49:08Z</dcterms:created>
  <dcterms:modified xsi:type="dcterms:W3CDTF">2026-01-13T06:53:54Z</dcterms:modified>
</cp:coreProperties>
</file>