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107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EA2E9-9F99-065F-0BEA-E6F4A4D50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1BF120-7CD8-7176-BAC0-B00B1461C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39616-DC39-98AF-CD21-FBBCD28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186510-962E-C49D-39EB-AFF0845F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4DDB4-9B32-F8A6-A7F7-9FB8458A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93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F1203-80C0-0967-ED63-C9B4C054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BB039-65F9-65C2-E44D-C25AEDE5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0748ED-979B-4B34-8B28-2C9BA957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C321DB-6ABC-8158-D10D-DF3580F8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B38112-4BC0-092C-17CE-029D850F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44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86531-BCB1-F3DF-C888-8D08A6EC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4A7B1-EB0C-F474-C7D2-8C688466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31CF56-355A-164A-27D1-227A7365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8785C6-B62D-48AD-0E63-DF9FDDAF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81AB3B-5734-B2EC-C2E0-D3FB1D08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87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3E0F2-0C4A-6139-AF9B-739A120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EFAB6-7EBE-BFC1-5C96-14EAF8BA5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305366-FDE7-5DF9-68EE-D5BF4B805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26FF5B-76A3-61B9-13E0-8904B7A8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79D3E9-6F25-9630-6B47-BDBBC454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7BFE42-5E7F-B803-1DB9-9750813B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36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04DE9-C896-0D49-679C-6A4E2623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699158-45B3-FAEB-3F42-926EAF5E3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21E249-7722-CC36-AB39-057C8301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D89ECB-9FAD-8637-823B-5390DBE4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39A5E7-2D20-9ECA-7945-4BD9D5963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B40842-717B-A39F-B056-E2142137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AF6DCC-BD2A-29E3-CCF2-2AA14902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491A02-353C-A8F7-FDD0-1B63071F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83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0C00C-D755-E9DE-B010-F311BA1D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5CC5AA-5D5D-5A3C-3E9B-CE6CE69F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8366C1-5367-54F9-44EA-554AD146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452D4D-0D76-C220-DC64-5E595FF2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7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7B3204-26C9-D94E-D160-2928B85F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6F3FF3-2048-31A0-B863-C9B299E0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4B4641-6260-EC95-38C5-C7E79A36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33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F4CA7-A8FE-51C4-2A9B-7A2994A2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F430B-6687-2E5E-355E-527ABBE3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8B50F-6CD7-725C-F165-71EE38B33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E00CC3-112F-BDDC-CE24-8BF0B593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E159E-0BBA-5A20-E9A8-DF2A72A2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71A9C-6679-81A8-2F43-D0A6CE6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95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C35E8-49E7-9B25-C28B-AA569B56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CB97C8-FC9B-AA44-A035-C4C15E5CA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B857C-B4E3-F1A6-3437-9D2AE5774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BA17CE-C1EB-FA4F-F032-16B5166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2C379B-BAC0-7F9C-E47A-B00028EA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ADC630-93DF-4ADD-EDE3-19188F35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92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7A3BB-4B5B-1A0E-79D1-A45480AF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D04196-826B-FC46-2819-ACFB12E9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1F20E2-58AD-E304-8AC7-281061FC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674E81-0B07-AB21-E558-0745E9A8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FDE54-CAFA-AAC3-691C-642F39E4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31E95B-35EA-A502-742A-0D9A389EF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68BF5B-92AC-2E7E-5166-32DD98214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9CF55C-8C34-95C9-85F8-8B4488C2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60F70-51A4-A36D-B019-AD7BDE6C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661BCD-A738-5CA6-EE74-333BCDDA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63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6B6388-8CB3-9763-A2E0-B21CF642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0F50E0-59B1-44B0-501A-E9338022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601CCA-C782-1597-A723-7D341847C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818AEB-8109-30EE-82A2-B3C30705E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EC53D-2BA3-5747-201E-1B7DCAE75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19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DF0F22-42B1-3EE0-745A-E2FD71707A05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A18AEC-F220-A7D0-1343-05AABD1B5B27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D3B9A83-E49E-FC4F-8A6E-131F6784999F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D1C1EF-76EB-A1B5-A26B-73A84A539E30}"/>
              </a:ext>
            </a:extLst>
          </p:cNvPr>
          <p:cNvSpPr/>
          <p:nvPr/>
        </p:nvSpPr>
        <p:spPr>
          <a:xfrm>
            <a:off x="3526972" y="1380743"/>
            <a:ext cx="1727236" cy="137697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C0263F-4CE4-DBFB-7B75-F05EB113675D}"/>
              </a:ext>
            </a:extLst>
          </p:cNvPr>
          <p:cNvSpPr/>
          <p:nvPr/>
        </p:nvSpPr>
        <p:spPr>
          <a:xfrm>
            <a:off x="6096000" y="4034971"/>
            <a:ext cx="707136" cy="10216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D5C4498-4340-4308-EC2F-D41C0E68F212}"/>
              </a:ext>
            </a:extLst>
          </p:cNvPr>
          <p:cNvSpPr/>
          <p:nvPr/>
        </p:nvSpPr>
        <p:spPr>
          <a:xfrm>
            <a:off x="5241471" y="3707892"/>
            <a:ext cx="850391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FE1264D-F917-E9B3-F52D-187015246D92}"/>
              </a:ext>
            </a:extLst>
          </p:cNvPr>
          <p:cNvSpPr/>
          <p:nvPr/>
        </p:nvSpPr>
        <p:spPr>
          <a:xfrm>
            <a:off x="6091862" y="4339771"/>
            <a:ext cx="707136" cy="71686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1D611CF-3AE0-48A6-9E6D-57E68725337F}"/>
              </a:ext>
            </a:extLst>
          </p:cNvPr>
          <p:cNvSpPr/>
          <p:nvPr/>
        </p:nvSpPr>
        <p:spPr>
          <a:xfrm>
            <a:off x="5285232" y="537534"/>
            <a:ext cx="2424515" cy="1720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BB027A2-59C8-A43E-5760-602DECE79ACD}"/>
              </a:ext>
            </a:extLst>
          </p:cNvPr>
          <p:cNvSpPr/>
          <p:nvPr/>
        </p:nvSpPr>
        <p:spPr>
          <a:xfrm>
            <a:off x="4004166" y="1961060"/>
            <a:ext cx="1237305" cy="79665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C6C790-9315-752F-BBAB-DECBA6B071BC}"/>
              </a:ext>
            </a:extLst>
          </p:cNvPr>
          <p:cNvSpPr/>
          <p:nvPr/>
        </p:nvSpPr>
        <p:spPr>
          <a:xfrm>
            <a:off x="3163824" y="1961062"/>
            <a:ext cx="827605" cy="79665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8F7ADD-3A1A-FD40-1CC6-4B666011931E}"/>
              </a:ext>
            </a:extLst>
          </p:cNvPr>
          <p:cNvSpPr/>
          <p:nvPr/>
        </p:nvSpPr>
        <p:spPr>
          <a:xfrm>
            <a:off x="3151087" y="3429000"/>
            <a:ext cx="853079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67E0ED-1207-14EA-FC2B-3BF92166A55F}"/>
              </a:ext>
            </a:extLst>
          </p:cNvPr>
          <p:cNvSpPr/>
          <p:nvPr/>
        </p:nvSpPr>
        <p:spPr>
          <a:xfrm>
            <a:off x="3628045" y="3429000"/>
            <a:ext cx="1609288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D983C1B-A233-DDC3-603E-F4ECA34B74D1}"/>
              </a:ext>
            </a:extLst>
          </p:cNvPr>
          <p:cNvSpPr/>
          <p:nvPr/>
        </p:nvSpPr>
        <p:spPr>
          <a:xfrm>
            <a:off x="4538473" y="1380742"/>
            <a:ext cx="707136" cy="5803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098B383-24C7-5886-FE66-B8BC992E10F2}"/>
              </a:ext>
            </a:extLst>
          </p:cNvPr>
          <p:cNvSpPr/>
          <p:nvPr/>
        </p:nvSpPr>
        <p:spPr>
          <a:xfrm>
            <a:off x="6815873" y="4339771"/>
            <a:ext cx="557765" cy="7168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657E04F-0F0D-76C1-3B0D-7A83051C3580}"/>
              </a:ext>
            </a:extLst>
          </p:cNvPr>
          <p:cNvCxnSpPr>
            <a:cxnSpLocks/>
          </p:cNvCxnSpPr>
          <p:nvPr/>
        </p:nvCxnSpPr>
        <p:spPr>
          <a:xfrm>
            <a:off x="4538473" y="1961059"/>
            <a:ext cx="69886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3A80223-184C-AA6E-9594-35C6B24B202E}"/>
              </a:ext>
            </a:extLst>
          </p:cNvPr>
          <p:cNvCxnSpPr>
            <a:cxnSpLocks/>
          </p:cNvCxnSpPr>
          <p:nvPr/>
        </p:nvCxnSpPr>
        <p:spPr>
          <a:xfrm flipV="1">
            <a:off x="4004166" y="4577879"/>
            <a:ext cx="1233167" cy="283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CEFFB7C-D778-C703-8590-DF3366E9FA27}"/>
              </a:ext>
            </a:extLst>
          </p:cNvPr>
          <p:cNvCxnSpPr>
            <a:cxnSpLocks/>
          </p:cNvCxnSpPr>
          <p:nvPr/>
        </p:nvCxnSpPr>
        <p:spPr>
          <a:xfrm flipH="1" flipV="1">
            <a:off x="5237333" y="3707892"/>
            <a:ext cx="16875" cy="134874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59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0256B14-2A45-AF6E-69C8-F1C8B17699D6}"/>
              </a:ext>
            </a:extLst>
          </p:cNvPr>
          <p:cNvSpPr/>
          <p:nvPr/>
        </p:nvSpPr>
        <p:spPr>
          <a:xfrm>
            <a:off x="5254207" y="805923"/>
            <a:ext cx="2424515" cy="1448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FF537EA-7FF2-E7CC-FE07-22110FCEE577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EDE94B1-597A-1059-B875-A87348C7A830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CA679D9-20FD-E00D-1560-2105821BA749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9D9A6ED-F174-FCF5-4577-34A39C9C7D37}"/>
              </a:ext>
            </a:extLst>
          </p:cNvPr>
          <p:cNvSpPr/>
          <p:nvPr/>
        </p:nvSpPr>
        <p:spPr>
          <a:xfrm>
            <a:off x="3526972" y="1380743"/>
            <a:ext cx="1727236" cy="137697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5619A4B-A82A-4C4A-4390-E5E4837EF692}"/>
              </a:ext>
            </a:extLst>
          </p:cNvPr>
          <p:cNvSpPr/>
          <p:nvPr/>
        </p:nvSpPr>
        <p:spPr>
          <a:xfrm>
            <a:off x="6096000" y="4034971"/>
            <a:ext cx="707136" cy="10216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94780142-6B13-E18D-F4A7-7FC2F31E944B}"/>
              </a:ext>
            </a:extLst>
          </p:cNvPr>
          <p:cNvSpPr/>
          <p:nvPr/>
        </p:nvSpPr>
        <p:spPr>
          <a:xfrm>
            <a:off x="5241471" y="3707892"/>
            <a:ext cx="850391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190E7F1-5F2C-E644-5C82-4AAEBBE42E14}"/>
              </a:ext>
            </a:extLst>
          </p:cNvPr>
          <p:cNvSpPr/>
          <p:nvPr/>
        </p:nvSpPr>
        <p:spPr>
          <a:xfrm>
            <a:off x="6091862" y="4339771"/>
            <a:ext cx="707136" cy="71686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AE7D4EA-76B0-EBB3-F8E1-50B4FC23C890}"/>
              </a:ext>
            </a:extLst>
          </p:cNvPr>
          <p:cNvSpPr/>
          <p:nvPr/>
        </p:nvSpPr>
        <p:spPr>
          <a:xfrm>
            <a:off x="5285232" y="537534"/>
            <a:ext cx="2424515" cy="1720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C25E628-D954-E61B-47FF-DE342E683F70}"/>
              </a:ext>
            </a:extLst>
          </p:cNvPr>
          <p:cNvSpPr/>
          <p:nvPr/>
        </p:nvSpPr>
        <p:spPr>
          <a:xfrm>
            <a:off x="4004166" y="1961060"/>
            <a:ext cx="1237305" cy="79665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3A82F42-45E4-7EFC-BC8C-0616CE3F969E}"/>
              </a:ext>
            </a:extLst>
          </p:cNvPr>
          <p:cNvSpPr/>
          <p:nvPr/>
        </p:nvSpPr>
        <p:spPr>
          <a:xfrm>
            <a:off x="3163824" y="1961062"/>
            <a:ext cx="827605" cy="79665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2E989A9-1A18-86B8-B321-17D5609A9B70}"/>
              </a:ext>
            </a:extLst>
          </p:cNvPr>
          <p:cNvSpPr/>
          <p:nvPr/>
        </p:nvSpPr>
        <p:spPr>
          <a:xfrm>
            <a:off x="3151087" y="3429000"/>
            <a:ext cx="853079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3275E80-612C-E11C-B506-824676B71EE2}"/>
              </a:ext>
            </a:extLst>
          </p:cNvPr>
          <p:cNvSpPr/>
          <p:nvPr/>
        </p:nvSpPr>
        <p:spPr>
          <a:xfrm>
            <a:off x="3628045" y="3429000"/>
            <a:ext cx="1609288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892DB38-3177-5CA6-A644-39D4C64B7953}"/>
              </a:ext>
            </a:extLst>
          </p:cNvPr>
          <p:cNvSpPr/>
          <p:nvPr/>
        </p:nvSpPr>
        <p:spPr>
          <a:xfrm>
            <a:off x="4538473" y="1380742"/>
            <a:ext cx="707136" cy="5803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E9066BD-FA57-B40E-59FD-00FB6AF05D03}"/>
              </a:ext>
            </a:extLst>
          </p:cNvPr>
          <p:cNvSpPr/>
          <p:nvPr/>
        </p:nvSpPr>
        <p:spPr>
          <a:xfrm>
            <a:off x="6815873" y="4339771"/>
            <a:ext cx="557765" cy="7168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ACA4035-D609-F9FA-388B-569D24B645A3}"/>
              </a:ext>
            </a:extLst>
          </p:cNvPr>
          <p:cNvCxnSpPr>
            <a:cxnSpLocks/>
          </p:cNvCxnSpPr>
          <p:nvPr/>
        </p:nvCxnSpPr>
        <p:spPr>
          <a:xfrm>
            <a:off x="4538473" y="1961059"/>
            <a:ext cx="69886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77E4B56-3FA3-14F1-1DFA-31E0F3B85235}"/>
              </a:ext>
            </a:extLst>
          </p:cNvPr>
          <p:cNvCxnSpPr>
            <a:cxnSpLocks/>
          </p:cNvCxnSpPr>
          <p:nvPr/>
        </p:nvCxnSpPr>
        <p:spPr>
          <a:xfrm flipV="1">
            <a:off x="4004166" y="4577879"/>
            <a:ext cx="1233167" cy="283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23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5FFEC33-D6A0-3528-0E43-AE06FCC743FF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3185B0-D891-5AA5-CDBA-BFA452D3F066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2676CF-7629-A587-6074-6AB06D669642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17E760B-9D05-4A48-2303-7453660F34B0}"/>
              </a:ext>
            </a:extLst>
          </p:cNvPr>
          <p:cNvSpPr/>
          <p:nvPr/>
        </p:nvSpPr>
        <p:spPr>
          <a:xfrm>
            <a:off x="3526972" y="1380743"/>
            <a:ext cx="1727236" cy="137697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193FEC3-A0DD-0857-7DE7-E5098D10CA92}"/>
              </a:ext>
            </a:extLst>
          </p:cNvPr>
          <p:cNvSpPr/>
          <p:nvPr/>
        </p:nvSpPr>
        <p:spPr>
          <a:xfrm>
            <a:off x="6096000" y="4034971"/>
            <a:ext cx="707136" cy="10216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39990C4-0C97-3831-A274-45F8DD5CD89F}"/>
              </a:ext>
            </a:extLst>
          </p:cNvPr>
          <p:cNvSpPr/>
          <p:nvPr/>
        </p:nvSpPr>
        <p:spPr>
          <a:xfrm>
            <a:off x="5241471" y="3707892"/>
            <a:ext cx="850391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EB3881A-1782-DCF2-81FC-AFD01AC0FB80}"/>
              </a:ext>
            </a:extLst>
          </p:cNvPr>
          <p:cNvSpPr/>
          <p:nvPr/>
        </p:nvSpPr>
        <p:spPr>
          <a:xfrm>
            <a:off x="6091862" y="4339771"/>
            <a:ext cx="707136" cy="71686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9781E16-4808-D1C9-4AA2-E0889E0071C3}"/>
              </a:ext>
            </a:extLst>
          </p:cNvPr>
          <p:cNvSpPr/>
          <p:nvPr/>
        </p:nvSpPr>
        <p:spPr>
          <a:xfrm>
            <a:off x="4004166" y="1961060"/>
            <a:ext cx="1237305" cy="79665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61763F9-F811-AB89-B83C-21C9C2E6A4F3}"/>
              </a:ext>
            </a:extLst>
          </p:cNvPr>
          <p:cNvSpPr/>
          <p:nvPr/>
        </p:nvSpPr>
        <p:spPr>
          <a:xfrm>
            <a:off x="3163824" y="1961062"/>
            <a:ext cx="827605" cy="79665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CEEF8F1-366B-1D3A-2B59-823C585A1D1D}"/>
              </a:ext>
            </a:extLst>
          </p:cNvPr>
          <p:cNvSpPr/>
          <p:nvPr/>
        </p:nvSpPr>
        <p:spPr>
          <a:xfrm>
            <a:off x="3151087" y="3429000"/>
            <a:ext cx="853079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40811B0-85F3-9C93-B4DB-02B6821A9993}"/>
              </a:ext>
            </a:extLst>
          </p:cNvPr>
          <p:cNvSpPr/>
          <p:nvPr/>
        </p:nvSpPr>
        <p:spPr>
          <a:xfrm>
            <a:off x="3628045" y="3429000"/>
            <a:ext cx="1609288" cy="114887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4929BA3-9D32-6C5F-3B31-EFF77356E816}"/>
              </a:ext>
            </a:extLst>
          </p:cNvPr>
          <p:cNvSpPr/>
          <p:nvPr/>
        </p:nvSpPr>
        <p:spPr>
          <a:xfrm>
            <a:off x="4538473" y="1380742"/>
            <a:ext cx="707136" cy="5803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F3DD8D0-6A6A-61E0-B0FC-A4D09B9F47EC}"/>
              </a:ext>
            </a:extLst>
          </p:cNvPr>
          <p:cNvSpPr/>
          <p:nvPr/>
        </p:nvSpPr>
        <p:spPr>
          <a:xfrm>
            <a:off x="6815873" y="4339771"/>
            <a:ext cx="557765" cy="7168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C7CED96-E8F1-8313-F98A-A3DB2D962601}"/>
              </a:ext>
            </a:extLst>
          </p:cNvPr>
          <p:cNvCxnSpPr>
            <a:cxnSpLocks/>
          </p:cNvCxnSpPr>
          <p:nvPr/>
        </p:nvCxnSpPr>
        <p:spPr>
          <a:xfrm flipV="1">
            <a:off x="4004166" y="4577879"/>
            <a:ext cx="1233167" cy="283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B427B84-C635-69BA-0227-0BE1817A3CD1}"/>
              </a:ext>
            </a:extLst>
          </p:cNvPr>
          <p:cNvSpPr/>
          <p:nvPr/>
        </p:nvSpPr>
        <p:spPr>
          <a:xfrm>
            <a:off x="5285232" y="537534"/>
            <a:ext cx="2424515" cy="1720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43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KATO MASAKI</dc:creator>
  <cp:lastModifiedBy>KATO MASAKI</cp:lastModifiedBy>
  <cp:revision>10</cp:revision>
  <dcterms:created xsi:type="dcterms:W3CDTF">2026-01-13T06:49:08Z</dcterms:created>
  <dcterms:modified xsi:type="dcterms:W3CDTF">2026-01-13T07:41:32Z</dcterms:modified>
</cp:coreProperties>
</file>