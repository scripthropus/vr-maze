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-90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2EA2E9-9F99-065F-0BEA-E6F4A4D50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1BF120-7CD8-7176-BAC0-B00B1461C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39616-DC39-98AF-CD21-FBBCD28C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186510-962E-C49D-39EB-AFF0845F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4DDB4-9B32-F8A6-A7F7-9FB8458A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93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F1203-80C0-0967-ED63-C9B4C054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5BB039-65F9-65C2-E44D-C25AEDE5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0748ED-979B-4B34-8B28-2C9BA9578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C321DB-6ABC-8158-D10D-DF3580F8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B38112-4BC0-092C-17CE-029D850F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44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486531-BCB1-F3DF-C888-8D08A6EC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14A7B1-EB0C-F474-C7D2-8C6884661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31CF56-355A-164A-27D1-227A7365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8785C6-B62D-48AD-0E63-DF9FDDAF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81AB3B-5734-B2EC-C2E0-D3FB1D08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87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3E0F2-0C4A-6139-AF9B-739A120B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8EFAB6-7EBE-BFC1-5C96-14EAF8BA5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305366-FDE7-5DF9-68EE-D5BF4B805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26FF5B-76A3-61B9-13E0-8904B7A8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79D3E9-6F25-9630-6B47-BDBBC4540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7BFE42-5E7F-B803-1DB9-9750813B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936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D04DE9-C896-0D49-679C-6A4E2623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699158-45B3-FAEB-3F42-926EAF5E3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21E249-7722-CC36-AB39-057C83018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3D89ECB-9FAD-8637-823B-5390DBE44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39A5E7-2D20-9ECA-7945-4BD9D5963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DB40842-717B-A39F-B056-E2142137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AF6DCC-BD2A-29E3-CCF2-2AA14902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1491A02-353C-A8F7-FDD0-1B63071F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83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0C00C-D755-E9DE-B010-F311BA1D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5CC5AA-5D5D-5A3C-3E9B-CE6CE69F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C8366C1-5367-54F9-44EA-554AD146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452D4D-0D76-C220-DC64-5E595FF2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67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47B3204-26C9-D94E-D160-2928B85F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6F3FF3-2048-31A0-B863-C9B299E0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4B4641-6260-EC95-38C5-C7E79A36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334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7F4CA7-A8FE-51C4-2A9B-7A2994A2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F430B-6687-2E5E-355E-527ABBE3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B8B50F-6CD7-725C-F165-71EE38B33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E00CC3-112F-BDDC-CE24-8BF0B593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FE159E-0BBA-5A20-E9A8-DF2A72A2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B71A9C-6679-81A8-2F43-D0A6CE6B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95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5C35E8-49E7-9B25-C28B-AA569B56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FCB97C8-FC9B-AA44-A035-C4C15E5CA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8B857C-B4E3-F1A6-3437-9D2AE5774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BA17CE-C1EB-FA4F-F032-16B51662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2C379B-BAC0-7F9C-E47A-B00028EA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ADC630-93DF-4ADD-EDE3-19188F35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792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7A3BB-4B5B-1A0E-79D1-A45480AF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D04196-826B-FC46-2819-ACFB12E9D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1F20E2-58AD-E304-8AC7-281061FC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674E81-0B07-AB21-E558-0745E9A8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BFDE54-CAFA-AAC3-691C-642F39E4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4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31E95B-35EA-A502-742A-0D9A389EF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68BF5B-92AC-2E7E-5166-32DD98214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9CF55C-8C34-95C9-85F8-8B4488C2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60F70-51A4-A36D-B019-AD7BDE6C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661BCD-A738-5CA6-EE74-333BCDDA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63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6B6388-8CB3-9763-A2E0-B21CF642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0F50E0-59B1-44B0-501A-E93380228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601CCA-C782-1597-A723-7D341847C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818AEB-8109-30EE-82A2-B3C30705E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AEC53D-2BA3-5747-201E-1B7DCAE75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9197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CDF0F22-42B1-3EE0-745A-E2FD71707A05}"/>
              </a:ext>
            </a:extLst>
          </p:cNvPr>
          <p:cNvSpPr/>
          <p:nvPr/>
        </p:nvSpPr>
        <p:spPr>
          <a:xfrm>
            <a:off x="3163824" y="1380744"/>
            <a:ext cx="4242816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A18AEC-F220-A7D0-1343-05AABD1B5B27}"/>
              </a:ext>
            </a:extLst>
          </p:cNvPr>
          <p:cNvSpPr/>
          <p:nvPr/>
        </p:nvSpPr>
        <p:spPr>
          <a:xfrm>
            <a:off x="3163824" y="1961062"/>
            <a:ext cx="2077647" cy="30955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D3B9A83-E49E-FC4F-8A6E-131F6784999F}"/>
              </a:ext>
            </a:extLst>
          </p:cNvPr>
          <p:cNvSpPr/>
          <p:nvPr/>
        </p:nvSpPr>
        <p:spPr>
          <a:xfrm>
            <a:off x="6803136" y="2257915"/>
            <a:ext cx="603504" cy="27987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D1C1EF-76EB-A1B5-A26B-73A84A539E30}"/>
              </a:ext>
            </a:extLst>
          </p:cNvPr>
          <p:cNvSpPr/>
          <p:nvPr/>
        </p:nvSpPr>
        <p:spPr>
          <a:xfrm>
            <a:off x="4081670" y="1380743"/>
            <a:ext cx="1172537" cy="58031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C0263F-4CE4-DBFB-7B75-F05EB113675D}"/>
              </a:ext>
            </a:extLst>
          </p:cNvPr>
          <p:cNvSpPr/>
          <p:nvPr/>
        </p:nvSpPr>
        <p:spPr>
          <a:xfrm>
            <a:off x="6096000" y="3707891"/>
            <a:ext cx="707136" cy="134874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D5C4498-4340-4308-EC2F-D41C0E68F212}"/>
              </a:ext>
            </a:extLst>
          </p:cNvPr>
          <p:cNvSpPr/>
          <p:nvPr/>
        </p:nvSpPr>
        <p:spPr>
          <a:xfrm>
            <a:off x="5241471" y="3707892"/>
            <a:ext cx="850391" cy="13487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FE1264D-F917-E9B3-F52D-187015246D92}"/>
              </a:ext>
            </a:extLst>
          </p:cNvPr>
          <p:cNvSpPr/>
          <p:nvPr/>
        </p:nvSpPr>
        <p:spPr>
          <a:xfrm>
            <a:off x="6091862" y="4577879"/>
            <a:ext cx="707136" cy="47875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1D611CF-3AE0-48A6-9E6D-57E68725337F}"/>
              </a:ext>
            </a:extLst>
          </p:cNvPr>
          <p:cNvSpPr/>
          <p:nvPr/>
        </p:nvSpPr>
        <p:spPr>
          <a:xfrm>
            <a:off x="5254207" y="805923"/>
            <a:ext cx="2424515" cy="1448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59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294E57E-3A83-06BA-64FB-D0CDE2EB626D}"/>
              </a:ext>
            </a:extLst>
          </p:cNvPr>
          <p:cNvSpPr/>
          <p:nvPr/>
        </p:nvSpPr>
        <p:spPr>
          <a:xfrm>
            <a:off x="3163824" y="1380744"/>
            <a:ext cx="4242816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79F160C-44EE-6AC2-0476-B1CCA7734F80}"/>
              </a:ext>
            </a:extLst>
          </p:cNvPr>
          <p:cNvSpPr/>
          <p:nvPr/>
        </p:nvSpPr>
        <p:spPr>
          <a:xfrm>
            <a:off x="3163824" y="1961062"/>
            <a:ext cx="2077647" cy="30955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E0FD4A-9562-670B-C57E-36DE19FB2F38}"/>
              </a:ext>
            </a:extLst>
          </p:cNvPr>
          <p:cNvSpPr/>
          <p:nvPr/>
        </p:nvSpPr>
        <p:spPr>
          <a:xfrm>
            <a:off x="6803136" y="2257915"/>
            <a:ext cx="603504" cy="27987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2D7531C-8817-16CD-AA51-B3D906BD7955}"/>
              </a:ext>
            </a:extLst>
          </p:cNvPr>
          <p:cNvSpPr/>
          <p:nvPr/>
        </p:nvSpPr>
        <p:spPr>
          <a:xfrm>
            <a:off x="4081670" y="1380743"/>
            <a:ext cx="1172537" cy="58031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FA7D475-C54A-0B47-2437-4186AB80C22D}"/>
              </a:ext>
            </a:extLst>
          </p:cNvPr>
          <p:cNvSpPr/>
          <p:nvPr/>
        </p:nvSpPr>
        <p:spPr>
          <a:xfrm>
            <a:off x="6096000" y="4128516"/>
            <a:ext cx="707136" cy="92811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72B38C9-21C2-DDB1-5E18-0D557250447E}"/>
              </a:ext>
            </a:extLst>
          </p:cNvPr>
          <p:cNvSpPr/>
          <p:nvPr/>
        </p:nvSpPr>
        <p:spPr>
          <a:xfrm>
            <a:off x="5241471" y="3707892"/>
            <a:ext cx="850391" cy="13487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01D4648-FC4C-C9EF-FEE3-A2059C9C8698}"/>
              </a:ext>
            </a:extLst>
          </p:cNvPr>
          <p:cNvSpPr/>
          <p:nvPr/>
        </p:nvSpPr>
        <p:spPr>
          <a:xfrm>
            <a:off x="6091862" y="4577879"/>
            <a:ext cx="707136" cy="47875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0256B14-2A45-AF6E-69C8-F1C8B17699D6}"/>
              </a:ext>
            </a:extLst>
          </p:cNvPr>
          <p:cNvSpPr/>
          <p:nvPr/>
        </p:nvSpPr>
        <p:spPr>
          <a:xfrm>
            <a:off x="5254207" y="805923"/>
            <a:ext cx="2424515" cy="1448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7239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E71FF5-3CF7-A5A3-ACEB-DFF23956C5A6}"/>
              </a:ext>
            </a:extLst>
          </p:cNvPr>
          <p:cNvSpPr/>
          <p:nvPr/>
        </p:nvSpPr>
        <p:spPr>
          <a:xfrm>
            <a:off x="3163824" y="1380744"/>
            <a:ext cx="4242816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C2D952-269E-1C2B-74B8-AAC4FB571C09}"/>
              </a:ext>
            </a:extLst>
          </p:cNvPr>
          <p:cNvSpPr/>
          <p:nvPr/>
        </p:nvSpPr>
        <p:spPr>
          <a:xfrm>
            <a:off x="3163824" y="1961062"/>
            <a:ext cx="2077647" cy="30955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D89C5DB-6FC9-27A7-8898-F8B32C43AE4A}"/>
              </a:ext>
            </a:extLst>
          </p:cNvPr>
          <p:cNvSpPr/>
          <p:nvPr/>
        </p:nvSpPr>
        <p:spPr>
          <a:xfrm>
            <a:off x="6803136" y="2257915"/>
            <a:ext cx="603504" cy="2798717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6D2B674-DDBB-4F36-ED78-AE3417265CDE}"/>
              </a:ext>
            </a:extLst>
          </p:cNvPr>
          <p:cNvSpPr/>
          <p:nvPr/>
        </p:nvSpPr>
        <p:spPr>
          <a:xfrm>
            <a:off x="4081670" y="1380743"/>
            <a:ext cx="1172537" cy="58031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B1CE74A-D959-22C2-D182-BF1128667F68}"/>
              </a:ext>
            </a:extLst>
          </p:cNvPr>
          <p:cNvSpPr/>
          <p:nvPr/>
        </p:nvSpPr>
        <p:spPr>
          <a:xfrm>
            <a:off x="6096000" y="4128516"/>
            <a:ext cx="707136" cy="92811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F6E06EA-3F7D-375F-33E7-825AAC6B4D36}"/>
              </a:ext>
            </a:extLst>
          </p:cNvPr>
          <p:cNvSpPr/>
          <p:nvPr/>
        </p:nvSpPr>
        <p:spPr>
          <a:xfrm>
            <a:off x="5241471" y="3707892"/>
            <a:ext cx="1548929" cy="13487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A66704A-807D-2BB9-57FB-1560588F0A2C}"/>
              </a:ext>
            </a:extLst>
          </p:cNvPr>
          <p:cNvSpPr/>
          <p:nvPr/>
        </p:nvSpPr>
        <p:spPr>
          <a:xfrm>
            <a:off x="6091862" y="4577879"/>
            <a:ext cx="707136" cy="47875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A4C6970-D32A-3849-8391-36744519EE54}"/>
              </a:ext>
            </a:extLst>
          </p:cNvPr>
          <p:cNvSpPr/>
          <p:nvPr/>
        </p:nvSpPr>
        <p:spPr>
          <a:xfrm>
            <a:off x="5254207" y="805923"/>
            <a:ext cx="2424515" cy="1448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43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KATO MASAKI</dc:creator>
  <cp:lastModifiedBy>KATO MASAKI</cp:lastModifiedBy>
  <cp:revision>8</cp:revision>
  <dcterms:created xsi:type="dcterms:W3CDTF">2026-01-13T06:49:08Z</dcterms:created>
  <dcterms:modified xsi:type="dcterms:W3CDTF">2026-01-13T07:11:59Z</dcterms:modified>
</cp:coreProperties>
</file>